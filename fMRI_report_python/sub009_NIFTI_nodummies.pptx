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NIFTI Data Visualization Report</a:t>
            </a:r>
          </a:p>
          <a:p>
            <a:r>
              <a:t>(Sub009 - nodummies)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sub009_10_Sweet_20260130_tsnr_dev_20260130133041_10_I_MB1_As2_epiSPMIC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00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sub009_11_Sweet_20260130_tsnr_dev_20260130133041_11_J_MB1_noAs_epiSPMIC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01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sub009_12_Sweet_20260130_tsnr_dev_20260130133041_12_K_MB2_ARC2_epiSPMIC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02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sub009_12_Sweet_20260130_tsnr_dev_20260130133041_12_K_MB2_ARC2_epiSPMICa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02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sub009_13_Sweet_20260130_tsnr_dev_20260130133041_13_L_MB2_noARC_epiSPMIC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04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sub009_14_Sweet_20260130_tsnr_dev_20260130133041_14_M_MB3_ARC2_epiSPMIC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05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sub009_15_Sweet_20260130_tsnr_dev_20260130133041_15_N_MB3_noARC_epiSPMIC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06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sub009_16_Sweet_20260130_tsnr_dev_20260130133041_16_O_MB4_ARC2_epiSPMIC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07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sub009_17_Sweet_20260130_tsnr_dev_20260130133041_17_P_MB4_noARC_epiSPMIC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08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sub009_18_Sweet_20260130_tsnr_dev_20260130133041_18_Q_MB1_Ass2_epiRT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09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sub009_19_Sweet_20260130_tsnr_dev_20260130133041_19_R_MB1_noAs_epiRT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10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sub009_20_Sweet_20260130_tsnr_dev_20260130133041_20_S_MB2_ARC2_epiRT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11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sub009_21_Sweet_20260130_tsnr_dev_20260130133041_21_T_MB2_noARC_epiRT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12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sub009_22_Sweet_20260130_tsnr_dev_20260130133041_22_U_MB3_ARC2_epiRT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13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sub009_23_Sweet_20260130_tsnr_dev_20260130133041_23_V_MB3_noARC_epiRT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14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sub009_24_Sweet_20260130_tsnr_dev_20260130133041_24_W_MB4_ARC2_epiRT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15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sub009_25_Sweet_20260130_tsnr_dev_20260130133041_25_X_MB4_noARC_epiRT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16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sub009_26_Sweet_20260130_tsnr_dev_20260130133041_26_I_RF_test_Q2P_MB1_As2_epiSPMIC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17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sub009_27_Sweet_20260130_tsnr_dev_20260130133041_27_J_RF_test_Q2P_MB1_noAs_epiSPMIC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18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sub009_28_Sweet_20260130_tsnr_dev_20260130133041_28_K_RF_test_Q2P_MB4_ARC2_epiSPMIC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19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sub009_29_Sweet_20260130_tsnr_dev_20260130133041_29_L_RF_test_shL_Q2P_MB4_noARC_epiSPMIC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20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sub009_2_Sweet_20260130_tsnr_dev_20260130133041_2_A_MB1_As2_epiRTSPMIC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70 × 70 × 30 × 38</a:t>
            </a:r>
          </a:p>
        </p:txBody>
      </p:sp>
      <p:pic>
        <p:nvPicPr>
          <p:cNvPr id="4" name="Picture 3" descr="021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sub009_30_Sweet_20260130_tsnr_dev_20260130133041_30_K_RF_test_shimOFF_MB4_ARC2_epiSPMIC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22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sub009_31_Sweet_20260130_tsnr_dev_20260130133041_31_K_RF_test_shimOFF_MB4_ARC2_epiSPMIC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64 × 64 × 30 × 38</a:t>
            </a:r>
          </a:p>
        </p:txBody>
      </p:sp>
      <p:pic>
        <p:nvPicPr>
          <p:cNvPr id="4" name="Picture 3" descr="023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sub009_3_Sweet_20260130_tsnr_dev_20260130133041_3_B_MB1_noAs_epiRTSPMIC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70 × 70 × 30 × 38</a:t>
            </a:r>
          </a:p>
        </p:txBody>
      </p:sp>
      <p:pic>
        <p:nvPicPr>
          <p:cNvPr id="4" name="Picture 3" descr="024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sub009_4_Sweet_20260130_tsnr_dev_20260130133041_4_C_MB2_As2_epiRTSPMIC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70 × 70 × 30 × 38</a:t>
            </a:r>
          </a:p>
        </p:txBody>
      </p:sp>
      <p:pic>
        <p:nvPicPr>
          <p:cNvPr id="4" name="Picture 3" descr="025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sub009_5_Sweet_20260130_tsnr_dev_20260130133041_5_D_MB2_noAs_epiRTSPMIC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70 × 70 × 30 × 38</a:t>
            </a:r>
          </a:p>
        </p:txBody>
      </p:sp>
      <p:pic>
        <p:nvPicPr>
          <p:cNvPr id="4" name="Picture 3" descr="026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sub009_6_Sweet_20260130_tsnr_dev_20260130133041_6_E_MB3_ARC2_epiRTSPMIC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70 × 70 × 30 × 38</a:t>
            </a:r>
          </a:p>
        </p:txBody>
      </p:sp>
      <p:pic>
        <p:nvPicPr>
          <p:cNvPr id="4" name="Picture 3" descr="027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sub009_7_Sweet_20260130_tsnr_dev_20260130133041_7_F_MB3_noARC_epiRTSPMIC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70 × 70 × 30 × 38</a:t>
            </a:r>
          </a:p>
        </p:txBody>
      </p:sp>
      <p:pic>
        <p:nvPicPr>
          <p:cNvPr id="4" name="Picture 3" descr="028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sub009_8_Sweet_20260130_tsnr_dev_20260130133041_8_G_MB4_ARC2_epiRTSPMIC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70 × 70 × 30 × 38</a:t>
            </a:r>
          </a:p>
        </p:txBody>
      </p:sp>
      <p:pic>
        <p:nvPicPr>
          <p:cNvPr id="4" name="Picture 3" descr="029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Scan: sub009_9_Sweet_20260130_tsnr_dev_20260130133041_9_H_MB4_noARC_epiRTSPMIC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TR: N/A | Shape: 70 × 70 × 30 × 38</a:t>
            </a:r>
          </a:p>
        </p:txBody>
      </p:sp>
      <p:pic>
        <p:nvPicPr>
          <p:cNvPr id="4" name="Picture 3" descr="030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83741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Scan Metrics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877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Scan Name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TR (s)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Shape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sub009_10_Sweet_20260130_tsnr_dev_202601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sub009_10_Sweet_20260130_tsnr_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sub009_11_Sweet_20260130_tsnr_dev_202601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sub009_11_Sweet_20260130_tsnr_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sub009_12_Sweet_20260130_tsnr_dev_202601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sub009_12_Sweet_20260130_tsnr_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sub009_12_Sweet_20260130_tsnr_dev_202601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sub009_12_Sweet_20260130_tsnr_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sub009_13_Sweet_20260130_tsnr_dev_202601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sub009_13_Sweet_20260130_tsnr_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sub009_14_Sweet_20260130_tsnr_dev_202601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sub009_14_Sweet_20260130_tsnr_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sub009_15_Sweet_20260130_tsnr_dev_202601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sub009_15_Sweet_20260130_tsnr_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sub009_16_Sweet_20260130_tsnr_dev_202601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sub009_16_Sweet_20260130_tsnr_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sub009_17_Sweet_20260130_tsnr_dev_202601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sub009_17_Sweet_20260130_tsnr_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sub009_18_Sweet_20260130_tsnr_dev_202601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sub009_18_Sweet_20260130_tsnr_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sub009_19_Sweet_20260130_tsnr_dev_202601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sub009_19_Sweet_20260130_tsnr_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sub009_20_Sweet_20260130_tsnr_dev_202601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sub009_20_Sweet_20260130_tsnr_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sub009_21_Sweet_20260130_tsnr_dev_202601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sub009_21_Sweet_20260130_tsnr_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sub009_22_Sweet_20260130_tsnr_dev_202601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sub009_22_Sweet_20260130_tsnr_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sub009_23_Sweet_20260130_tsnr_dev_202601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sub009_23_Sweet_20260130_tsnr_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sub009_24_Sweet_20260130_tsnr_dev_202601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sub009_24_Sweet_20260130_tsnr_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sub009_25_Sweet_20260130_tsnr_dev_202601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sub009_25_Sweet_20260130_tsnr_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sub009_26_Sweet_20260130_tsnr_dev_202601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sub009_26_Sweet_20260130_tsnr_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sub009_27_Sweet_20260130_tsnr_dev_202601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sub009_27_Sweet_20260130_tsnr_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sub009_28_Sweet_20260130_tsnr_dev_202601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sub009_28_Sweet_20260130_tsnr_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sub009_29_Sweet_20260130_tsnr_dev_202601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sub009_29_Sweet_20260130_tsnr_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sub009_2_Sweet_20260130_tsnr_dev_2026013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70×70×30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sub009_2_Sweet_20260130_tsnr_d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sub009_30_Sweet_20260130_tsnr_dev_202601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sub009_30_Sweet_20260130_tsnr_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sub009_31_Sweet_20260130_tsnr_dev_202601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64×64×30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sub009_31_Sweet_20260130_tsnr_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sub009_3_Sweet_20260130_tsnr_dev_2026013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70×70×30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sub009_3_Sweet_20260130_tsnr_d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sub009_4_Sweet_20260130_tsnr_dev_2026013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70×70×30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sub009_4_Sweet_20260130_tsnr_d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sub009_5_Sweet_20260130_tsnr_dev_2026013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70×70×30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sub009_5_Sweet_20260130_tsnr_d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sub009_6_Sweet_20260130_tsnr_dev_2026013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70×70×30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sub009_6_Sweet_20260130_tsnr_d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sub009_7_Sweet_20260130_tsnr_dev_2026013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70×70×30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sub009_7_Sweet_20260130_tsnr_d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sub009_8_Sweet_20260130_tsnr_dev_2026013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70×70×30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sub009_8_Sweet_20260130_tsnr_d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sub009_9_Sweet_20260130_tsnr_dev_2026013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70×70×30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sub009_9_Sweet_20260130_tsnr_d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