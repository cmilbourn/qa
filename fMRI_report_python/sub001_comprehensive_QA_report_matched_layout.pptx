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5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fMRI Quality Assessment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sub001 Complete Analysis - 3 Acquisitions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Summary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Summary:</a:t>
            </a:r>
          </a:p>
          <a:p>
            <a:endParaRPr/>
          </a:p>
          <a:p>
            <a:r>
              <a:t>1. 1.5mm Isotropic</a:t>
            </a:r>
          </a:p>
          <a:p>
            <a:r>
              <a:t>   • Matrix: 256×256×76 × 200 timepoints</a:t>
            </a:r>
          </a:p>
          <a:p>
            <a:r>
              <a:t>   • TR: 2.2s (Ernst scaling: 1.000)</a:t>
            </a:r>
          </a:p>
          <a:p>
            <a:r>
              <a:t>   • tSNR: 11.9 | iSNR: 2189</a:t>
            </a:r>
          </a:p>
          <a:p>
            <a:endParaRPr/>
          </a:p>
          <a:p>
            <a:r>
              <a:t>2. 2mm Resolution</a:t>
            </a:r>
          </a:p>
          <a:p>
            <a:r>
              <a:t>   • Matrix: 128×128×57 × 200 timepoints</a:t>
            </a:r>
          </a:p>
          <a:p>
            <a:r>
              <a:t>   • TR: 1.4s (Ernst scaling: 0.575)</a:t>
            </a:r>
          </a:p>
          <a:p>
            <a:r>
              <a:t>   • tSNR: 10.1 | iSNR: 2889</a:t>
            </a:r>
          </a:p>
          <a:p>
            <a:endParaRPr/>
          </a:p>
          <a:p>
            <a:r>
              <a:t>3. 2mm × 1.5mm</a:t>
            </a:r>
          </a:p>
          <a:p>
            <a:r>
              <a:t>   • Matrix: 128×128×76 × 200 timepoints</a:t>
            </a:r>
          </a:p>
          <a:p>
            <a:r>
              <a:t>   • TR: 2s (Ernst scaling: 1.000)</a:t>
            </a:r>
          </a:p>
          <a:p>
            <a:r>
              <a:t>   • tSNR: 16.4 | iSNR: 3822</a:t>
            </a:r>
          </a:p>
          <a:p>
            <a:endParaRPr/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1.5mm Isotropic Resolution Acquisition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TR: 2.2s | Matrix: 256×256×76×200 | tSNR: 11.9 | iSNR: 2189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1.5mm Isotropic Resolution Acquisition: Mean Signal Intensity</a:t>
            </a:r>
          </a:p>
        </p:txBody>
      </p:sp>
      <p:pic>
        <p:nvPicPr>
          <p:cNvPr id="3" name="Picture 2" descr="mean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937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1.5mm Isotropic Resolution Acquisition: Temporal SNR (tSNR)</a:t>
            </a:r>
          </a:p>
        </p:txBody>
      </p:sp>
      <p:pic>
        <p:nvPicPr>
          <p:cNvPr id="3" name="Picture 2" descr="t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Temporal SNR: 11.92 (Ernst scaling: 1.000)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1.5mm Isotropic Resolution Acquisition: Instantaneous SNR (iSNR)</a:t>
            </a:r>
          </a:p>
        </p:txBody>
      </p:sp>
      <p:pic>
        <p:nvPicPr>
          <p:cNvPr id="3" name="Picture 2" descr="i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Instantaneous SNR: 2189 (Ernst scaling: 1.000)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1.5mm Isotropic Resolution Acquisition: Time Series Analysis</a:t>
            </a:r>
          </a:p>
        </p:txBody>
      </p:sp>
      <p:pic>
        <p:nvPicPr>
          <p:cNvPr id="3" name="Picture 2" descr="sampl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40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2mm Resolution Acquisition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TR: 1.4s | Matrix: 128×128×57×200 | tSNR: 10.1 | iSNR: 2889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Resolution Acquisition: Mean Signal Intensity</a:t>
            </a:r>
          </a:p>
        </p:txBody>
      </p:sp>
      <p:pic>
        <p:nvPicPr>
          <p:cNvPr id="3" name="Picture 2" descr="mean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937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Resolution Acquisition: Temporal SNR (tSNR)</a:t>
            </a:r>
          </a:p>
        </p:txBody>
      </p:sp>
      <p:pic>
        <p:nvPicPr>
          <p:cNvPr id="3" name="Picture 2" descr="t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6314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Temporal SNR: 10.12 (Ernst scaling: 0.575)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Resolution Acquisition: Instantaneous SNR (iSNR)</a:t>
            </a:r>
          </a:p>
        </p:txBody>
      </p:sp>
      <p:pic>
        <p:nvPicPr>
          <p:cNvPr id="3" name="Picture 2" descr="i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Instantaneous SNR: 2889 (Ernst scaling: 0.575)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Resolution Acquisition: Time Series Analysis</a:t>
            </a:r>
          </a:p>
        </p:txBody>
      </p:sp>
      <p:pic>
        <p:nvPicPr>
          <p:cNvPr id="3" name="Picture 2" descr="sampl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436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2mm × 1.5mm Resolution Acquisition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TR: 2s | Matrix: 128×128×76×200 | tSNR: 16.4 | iSNR: 3822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× 1.5mm Resolution Acquisition: Mean Signal Intensity</a:t>
            </a:r>
          </a:p>
        </p:txBody>
      </p:sp>
      <p:pic>
        <p:nvPicPr>
          <p:cNvPr id="3" name="Picture 2" descr="mean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9375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× 1.5mm Resolution Acquisition: Temporal SNR (tSNR)</a:t>
            </a:r>
          </a:p>
        </p:txBody>
      </p:sp>
      <p:pic>
        <p:nvPicPr>
          <p:cNvPr id="3" name="Picture 2" descr="t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Temporal SNR: 16.42 (Ernst scaling: 1.000)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× 1.5mm Resolution Acquisition: Instantaneous SNR (iSNR)</a:t>
            </a:r>
          </a:p>
        </p:txBody>
      </p:sp>
      <p:pic>
        <p:nvPicPr>
          <p:cNvPr id="3" name="Picture 2" descr="isnr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98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Mean Instantaneous SNR: 3822 (Ernst scaling: 1.000)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2mm × 1.5mm Resolution Acquisition: Time Series Analysis</a:t>
            </a:r>
          </a:p>
        </p:txBody>
      </p:sp>
      <p:pic>
        <p:nvPicPr>
          <p:cNvPr id="3" name="Picture 2" descr="sampl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043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344</Words>
  <Application>Microsoft Macintosh PowerPoint</Application>
  <PresentationFormat>On-screen Show (4:3)</PresentationFormat>
  <Paragraphs>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fMRI Quality Assessment Report</vt:lpstr>
      <vt:lpstr>QA Summary Overview</vt:lpstr>
      <vt:lpstr>1.5mm Isotropic Resolution Acquisition</vt:lpstr>
      <vt:lpstr>PowerPoint Presentation</vt:lpstr>
      <vt:lpstr>PowerPoint Presentation</vt:lpstr>
      <vt:lpstr>PowerPoint Presentation</vt:lpstr>
      <vt:lpstr>PowerPoint Presentation</vt:lpstr>
      <vt:lpstr>2mm Resolution Acquisition</vt:lpstr>
      <vt:lpstr>PowerPoint Presentation</vt:lpstr>
      <vt:lpstr>PowerPoint Presentation</vt:lpstr>
      <vt:lpstr>PowerPoint Presentation</vt:lpstr>
      <vt:lpstr>PowerPoint Presentation</vt:lpstr>
      <vt:lpstr>2mm × 1.5mm Resolution Acquisition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Colette Milbourn</cp:lastModifiedBy>
  <cp:revision>2</cp:revision>
  <dcterms:created xsi:type="dcterms:W3CDTF">2013-01-27T09:14:16Z</dcterms:created>
  <dcterms:modified xsi:type="dcterms:W3CDTF">2025-11-13T15:46:13Z</dcterms:modified>
  <cp:category/>
</cp:coreProperties>
</file>